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Manifest Sentinel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Cargo Tampering Detection &amp; Reconstruction</a:t>
            </a:r>
          </a:p>
          <a:p>
            <a:pPr>
              <a:defRPr sz="2200"/>
            </a:pPr>
            <a:r>
              <a:t>Code of the Seas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digital cargo manifest is the source of truth. After a suspected cyberattack, records may be modified, deleted, duplicated or fabricated.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Goal: detect → identify → reconstruct →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Synthetic clean manifest</a:t>
            </a:r>
          </a:p>
          <a:p>
            <a:pPr>
              <a:defRPr sz="2200"/>
            </a:pPr>
            <a:r>
              <a:t>2. Controlled tampering + harmless noise</a:t>
            </a:r>
          </a:p>
          <a:p>
            <a:pPr>
              <a:defRPr sz="2200"/>
            </a:pPr>
            <a:r>
              <a:t>3. Rule-based consistency checks</a:t>
            </a:r>
          </a:p>
          <a:p>
            <a:pPr>
              <a:defRPr sz="2200"/>
            </a:pPr>
            <a:r>
              <a:t>4. Duplicate detection</a:t>
            </a:r>
          </a:p>
          <a:p>
            <a:pPr>
              <a:defRPr sz="2200"/>
            </a:pPr>
            <a:r>
              <a:t>5. Statistical anomaly detection</a:t>
            </a:r>
          </a:p>
          <a:p>
            <a:pPr>
              <a:defRPr sz="2200"/>
            </a:pPr>
            <a:r>
              <a:t>6. Evidence score + confidence</a:t>
            </a:r>
          </a:p>
          <a:p>
            <a:pPr>
              <a:defRPr sz="2200"/>
            </a:pPr>
            <a:r>
              <a:t>7. Reconstruction labels</a:t>
            </a:r>
          </a:p>
          <a:p>
            <a:pPr>
              <a:defRPr sz="2200"/>
            </a:pPr>
            <a:r>
              <a:t>8. Explainable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Impossible values and locations</a:t>
            </a:r>
          </a:p>
          <a:p>
            <a:pPr>
              <a:defRPr sz="2200"/>
            </a:pPr>
            <a:r>
              <a:t>• Future/out-of-order timestamps</a:t>
            </a:r>
          </a:p>
          <a:p>
            <a:pPr>
              <a:defRPr sz="2200"/>
            </a:pPr>
            <a:r>
              <a:t>• Exact/near duplicates</a:t>
            </a:r>
          </a:p>
          <a:p>
            <a:pPr>
              <a:defRPr sz="2200"/>
            </a:pPr>
            <a:r>
              <a:t>• Extreme weight/value anomalies</a:t>
            </a:r>
          </a:p>
          <a:p>
            <a:pPr>
              <a:defRPr sz="2200"/>
            </a:pPr>
            <a:r>
              <a:t>• Route/location inconsistencies</a:t>
            </a:r>
          </a:p>
          <a:p>
            <a:pPr>
              <a:defRPr sz="2200"/>
            </a:pPr>
            <a:r>
              <a:t>• Statistical outliers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Each anomaly contributes points.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Score 0–2: Normal</a:t>
            </a:r>
          </a:p>
          <a:p>
            <a:pPr>
              <a:defRPr sz="2200"/>
            </a:pPr>
            <a:r>
              <a:t>Score 3–5: Review</a:t>
            </a:r>
          </a:p>
          <a:p>
            <a:pPr>
              <a:defRPr sz="2200"/>
            </a:pPr>
            <a:r>
              <a:t>Score ≥6: Suspicious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Confidence is derived from accumulated independent evidence, not from a black-box prediction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Every output record receives one transparent status:</a:t>
            </a:r>
          </a:p>
          <a:p>
            <a:pPr>
              <a:defRPr sz="2200"/>
            </a:pPr>
            <a:r>
              <a:t>Original / Repaired / Removed / Unrecoverable.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We never silently overwrite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Generate 3,000 clean records → inject modifications, deletions, duplicates and fabricated records → analyse suspect manifest → open dashboard → inspect top suspicious record → show evidence → show reconstruction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Compare detector output with the private injection log only during evaluation.</a:t>
            </a:r>
          </a:p>
          <a:p>
            <a:pPr>
              <a:defRPr sz="2200"/>
            </a:pPr>
            <a:r>
              <a:t>Metrics: precision, recall, false alarms.</a:t>
            </a:r>
          </a:p>
          <a:p>
            <a:pPr>
              <a:defRPr sz="2200"/>
            </a:pPr>
            <a:r>
              <a:t>The live stream should contain an attack type not present in batch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Rules provide explainability. Statistical detection catches patterns we did not explicitly encode. The hybrid approach balances interpretability and adaptability.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Current prototype uses synthetic data and a lightweight anomaly model.</a:t>
            </a:r>
          </a:p>
          <a:p>
            <a:pPr>
              <a:defRPr sz="2200"/>
            </a:pPr>
            <a:r>
              <a:t>Next: graph-based shipment history, stronger near-duplicate matching, streaming detection, calibrated confidence and database-backed audit trails.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Manifest Sentinel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Detect the anomaly.</a:t>
            </a:r>
          </a:p>
          <a:p>
            <a:pPr>
              <a:defRPr sz="2200"/>
            </a:pPr>
            <a:r>
              <a:t>Explain the evidence.</a:t>
            </a:r>
          </a:p>
          <a:p>
            <a:pPr>
              <a:defRPr sz="2200"/>
            </a:pPr>
            <a:r>
              <a:t>Reconstruct the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